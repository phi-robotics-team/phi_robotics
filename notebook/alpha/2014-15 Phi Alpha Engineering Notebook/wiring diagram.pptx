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4C747-6929-4D59-8761-89465FE00148}" type="datetimeFigureOut">
              <a:rPr lang="en-US" smtClean="0"/>
              <a:t>2/5/2015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6DE5-5550-4D84-A6EB-ABB288BF0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59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4C747-6929-4D59-8761-89465FE00148}" type="datetimeFigureOut">
              <a:rPr lang="en-US" smtClean="0"/>
              <a:t>2/5/2015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6DE5-5550-4D84-A6EB-ABB288BF0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5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4C747-6929-4D59-8761-89465FE00148}" type="datetimeFigureOut">
              <a:rPr lang="en-US" smtClean="0"/>
              <a:t>2/5/2015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6DE5-5550-4D84-A6EB-ABB288BF0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1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4C747-6929-4D59-8761-89465FE00148}" type="datetimeFigureOut">
              <a:rPr lang="en-US" smtClean="0"/>
              <a:t>2/5/2015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6DE5-5550-4D84-A6EB-ABB288BF0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37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4C747-6929-4D59-8761-89465FE00148}" type="datetimeFigureOut">
              <a:rPr lang="en-US" smtClean="0"/>
              <a:t>2/5/2015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6DE5-5550-4D84-A6EB-ABB288BF0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59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4C747-6929-4D59-8761-89465FE00148}" type="datetimeFigureOut">
              <a:rPr lang="en-US" smtClean="0"/>
              <a:t>2/5/2015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6DE5-5550-4D84-A6EB-ABB288BF0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07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4C747-6929-4D59-8761-89465FE00148}" type="datetimeFigureOut">
              <a:rPr lang="en-US" smtClean="0"/>
              <a:t>2/5/2015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6DE5-5550-4D84-A6EB-ABB288BF0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98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4C747-6929-4D59-8761-89465FE00148}" type="datetimeFigureOut">
              <a:rPr lang="en-US" smtClean="0"/>
              <a:t>2/5/2015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6DE5-5550-4D84-A6EB-ABB288BF0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63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4C747-6929-4D59-8761-89465FE00148}" type="datetimeFigureOut">
              <a:rPr lang="en-US" smtClean="0"/>
              <a:t>2/5/2015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6DE5-5550-4D84-A6EB-ABB288BF0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5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4C747-6929-4D59-8761-89465FE00148}" type="datetimeFigureOut">
              <a:rPr lang="en-US" smtClean="0"/>
              <a:t>2/5/2015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6DE5-5550-4D84-A6EB-ABB288BF0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32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4C747-6929-4D59-8761-89465FE00148}" type="datetimeFigureOut">
              <a:rPr lang="en-US" smtClean="0"/>
              <a:t>2/5/2015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6DE5-5550-4D84-A6EB-ABB288BF0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4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4C747-6929-4D59-8761-89465FE00148}" type="datetimeFigureOut">
              <a:rPr lang="en-US" smtClean="0"/>
              <a:t>2/5/2015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6DE5-5550-4D84-A6EB-ABB288BF0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66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85216" y="3877056"/>
            <a:ext cx="3621024" cy="20482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53440" y="5401056"/>
            <a:ext cx="987552" cy="377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Motor 1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56560" y="5401056"/>
            <a:ext cx="987552" cy="377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Motor 2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26464" y="4017264"/>
            <a:ext cx="1938528" cy="621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Controller 1</a:t>
            </a:r>
            <a:endParaRPr lang="en-US" dirty="0"/>
          </a:p>
        </p:txBody>
      </p:sp>
      <p:cxnSp>
        <p:nvCxnSpPr>
          <p:cNvPr id="11" name="Straight Connector 10"/>
          <p:cNvCxnSpPr>
            <a:stCxn id="6" idx="2"/>
          </p:cNvCxnSpPr>
          <p:nvPr/>
        </p:nvCxnSpPr>
        <p:spPr>
          <a:xfrm>
            <a:off x="1347216" y="5779008"/>
            <a:ext cx="0" cy="57302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7720" y="6360652"/>
            <a:ext cx="107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Left drive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3450336" y="5779008"/>
            <a:ext cx="0" cy="57302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10840" y="6356342"/>
            <a:ext cx="107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     Belt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82439" y="3877056"/>
            <a:ext cx="3621024" cy="20482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550663" y="5401056"/>
            <a:ext cx="987552" cy="377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Motor 1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653783" y="5401056"/>
            <a:ext cx="987552" cy="377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Motor 2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23687" y="4017264"/>
            <a:ext cx="1938528" cy="621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Controller 2</a:t>
            </a:r>
            <a:endParaRPr lang="en-US" dirty="0"/>
          </a:p>
        </p:txBody>
      </p:sp>
      <p:cxnSp>
        <p:nvCxnSpPr>
          <p:cNvPr id="22" name="Straight Connector 21"/>
          <p:cNvCxnSpPr>
            <a:stCxn id="19" idx="2"/>
          </p:cNvCxnSpPr>
          <p:nvPr/>
        </p:nvCxnSpPr>
        <p:spPr>
          <a:xfrm>
            <a:off x="5044439" y="5779008"/>
            <a:ext cx="0" cy="57302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40934" y="6360652"/>
            <a:ext cx="120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Right drive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7147559" y="5779008"/>
            <a:ext cx="0" cy="57302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08063" y="6356342"/>
            <a:ext cx="107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      Lift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979662" y="3877056"/>
            <a:ext cx="3621024" cy="20482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9270487" y="4733020"/>
            <a:ext cx="987552" cy="377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Servo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820910" y="4017264"/>
            <a:ext cx="1938528" cy="621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Controller 3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8137661" y="5293852"/>
            <a:ext cx="274322" cy="377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8698441" y="5293852"/>
            <a:ext cx="274322" cy="377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15852" y="5293852"/>
            <a:ext cx="274322" cy="377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13690" y="5279874"/>
            <a:ext cx="364349" cy="391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157106" y="5279874"/>
            <a:ext cx="274322" cy="377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42711" y="5279874"/>
            <a:ext cx="274322" cy="377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8274822" y="5645265"/>
            <a:ext cx="0" cy="49913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8835602" y="5675745"/>
            <a:ext cx="0" cy="49913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9636455" y="5645265"/>
            <a:ext cx="0" cy="49913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0155534" y="5657826"/>
            <a:ext cx="0" cy="49913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10779872" y="5645265"/>
            <a:ext cx="0" cy="49913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11294267" y="5645265"/>
            <a:ext cx="0" cy="49913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1065465" y="6093845"/>
            <a:ext cx="73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sgrab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917560" y="609605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 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044631" y="610745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256904" y="6094952"/>
            <a:ext cx="9510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srelease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8611539" y="612475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 </a:t>
            </a:r>
            <a:r>
              <a:rPr lang="en-US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94675" y="612475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 </a:t>
            </a:r>
            <a:r>
              <a:rPr lang="en-US" dirty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" name="Straight Connector 4"/>
          <p:cNvCxnSpPr>
            <a:stCxn id="4" idx="0"/>
          </p:cNvCxnSpPr>
          <p:nvPr/>
        </p:nvCxnSpPr>
        <p:spPr>
          <a:xfrm flipV="1">
            <a:off x="2395728" y="3547872"/>
            <a:ext cx="0" cy="32918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>
            <a:off x="2395728" y="3543562"/>
            <a:ext cx="3697223" cy="431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6092951" y="3543562"/>
            <a:ext cx="0" cy="32918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6067040" y="3552182"/>
            <a:ext cx="3697223" cy="431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9742926" y="3552182"/>
            <a:ext cx="0" cy="32918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4824979" y="119396"/>
            <a:ext cx="2484122" cy="320649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NXT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 rot="5400000">
            <a:off x="5462011" y="216932"/>
            <a:ext cx="1210058" cy="14935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/>
          <p:cNvCxnSpPr/>
          <p:nvPr/>
        </p:nvCxnSpPr>
        <p:spPr>
          <a:xfrm flipV="1">
            <a:off x="6095998" y="3325892"/>
            <a:ext cx="0" cy="32918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972312" y="335565"/>
            <a:ext cx="1828800" cy="20919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Samantha Module</a:t>
            </a:r>
            <a:endParaRPr lang="en-US" dirty="0"/>
          </a:p>
        </p:txBody>
      </p:sp>
      <p:cxnSp>
        <p:nvCxnSpPr>
          <p:cNvPr id="68" name="Straight Connector 67"/>
          <p:cNvCxnSpPr/>
          <p:nvPr/>
        </p:nvCxnSpPr>
        <p:spPr>
          <a:xfrm flipH="1">
            <a:off x="1840992" y="161984"/>
            <a:ext cx="2983988" cy="683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V="1">
            <a:off x="1840992" y="119396"/>
            <a:ext cx="0" cy="32918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836849" y="2053877"/>
            <a:ext cx="460382" cy="463296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Isosceles Triangle 71"/>
          <p:cNvSpPr/>
          <p:nvPr/>
        </p:nvSpPr>
        <p:spPr>
          <a:xfrm rot="16200000">
            <a:off x="5199198" y="2081062"/>
            <a:ext cx="488560" cy="408926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Isosceles Triangle 72"/>
          <p:cNvSpPr/>
          <p:nvPr/>
        </p:nvSpPr>
        <p:spPr>
          <a:xfrm rot="5400000">
            <a:off x="6464608" y="2081062"/>
            <a:ext cx="488560" cy="408926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5841488" y="2660285"/>
            <a:ext cx="455744" cy="2388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07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5746</TotalTime>
  <Words>42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452&amp;4322</dc:creator>
  <cp:lastModifiedBy>452&amp;4322</cp:lastModifiedBy>
  <cp:revision>6</cp:revision>
  <dcterms:created xsi:type="dcterms:W3CDTF">2014-12-09T03:40:01Z</dcterms:created>
  <dcterms:modified xsi:type="dcterms:W3CDTF">2015-02-06T04:05:45Z</dcterms:modified>
</cp:coreProperties>
</file>