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1" r:id="rId5"/>
    <p:sldId id="262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5CF"/>
    <a:srgbClr val="7E00B0"/>
    <a:srgbClr val="00B02A"/>
    <a:srgbClr val="08A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10BA-7F96-4DBC-A9C4-E9503729D610}" type="datetimeFigureOut">
              <a:rPr lang="en-US" smtClean="0"/>
              <a:t>2/5/2015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DE34-E93C-4879-BBF5-55E059F1BA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535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10BA-7F96-4DBC-A9C4-E9503729D610}" type="datetimeFigureOut">
              <a:rPr lang="en-US" smtClean="0"/>
              <a:t>2/5/2015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DE34-E93C-4879-BBF5-55E059F1BA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137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10BA-7F96-4DBC-A9C4-E9503729D610}" type="datetimeFigureOut">
              <a:rPr lang="en-US" smtClean="0"/>
              <a:t>2/5/2015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DE34-E93C-4879-BBF5-55E059F1BA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971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10BA-7F96-4DBC-A9C4-E9503729D610}" type="datetimeFigureOut">
              <a:rPr lang="en-US" smtClean="0"/>
              <a:t>2/5/2015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DE34-E93C-4879-BBF5-55E059F1BA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8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10BA-7F96-4DBC-A9C4-E9503729D610}" type="datetimeFigureOut">
              <a:rPr lang="en-US" smtClean="0"/>
              <a:t>2/5/2015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DE34-E93C-4879-BBF5-55E059F1BA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088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10BA-7F96-4DBC-A9C4-E9503729D610}" type="datetimeFigureOut">
              <a:rPr lang="en-US" smtClean="0"/>
              <a:t>2/5/2015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DE34-E93C-4879-BBF5-55E059F1BA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275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10BA-7F96-4DBC-A9C4-E9503729D610}" type="datetimeFigureOut">
              <a:rPr lang="en-US" smtClean="0"/>
              <a:t>2/5/2015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DE34-E93C-4879-BBF5-55E059F1BA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966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10BA-7F96-4DBC-A9C4-E9503729D610}" type="datetimeFigureOut">
              <a:rPr lang="en-US" smtClean="0"/>
              <a:t>2/5/2015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DE34-E93C-4879-BBF5-55E059F1BA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709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10BA-7F96-4DBC-A9C4-E9503729D610}" type="datetimeFigureOut">
              <a:rPr lang="en-US" smtClean="0"/>
              <a:t>2/5/2015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DE34-E93C-4879-BBF5-55E059F1BA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461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10BA-7F96-4DBC-A9C4-E9503729D610}" type="datetimeFigureOut">
              <a:rPr lang="en-US" smtClean="0"/>
              <a:t>2/5/2015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DE34-E93C-4879-BBF5-55E059F1BA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648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10BA-7F96-4DBC-A9C4-E9503729D610}" type="datetimeFigureOut">
              <a:rPr lang="en-US" smtClean="0"/>
              <a:t>2/5/2015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CDE34-E93C-4879-BBF5-55E059F1BA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758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310BA-7F96-4DBC-A9C4-E9503729D610}" type="datetimeFigureOut">
              <a:rPr lang="en-US" smtClean="0"/>
              <a:t>2/5/2015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CDE34-E93C-4879-BBF5-55E059F1BA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066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51070" y="682580"/>
            <a:ext cx="5499280" cy="54735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53069" y="682580"/>
            <a:ext cx="965917" cy="800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Manual Input 5"/>
          <p:cNvSpPr/>
          <p:nvPr/>
        </p:nvSpPr>
        <p:spPr>
          <a:xfrm>
            <a:off x="5151549" y="707980"/>
            <a:ext cx="901519" cy="749300"/>
          </a:xfrm>
          <a:prstGeom prst="flowChartManualInp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519707" y="5356001"/>
            <a:ext cx="965917" cy="8001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lowchart: Manual Input 7"/>
          <p:cNvSpPr/>
          <p:nvPr/>
        </p:nvSpPr>
        <p:spPr>
          <a:xfrm rot="10800000">
            <a:off x="2485624" y="5381401"/>
            <a:ext cx="901519" cy="749300"/>
          </a:xfrm>
          <a:prstGeom prst="flowChartManualInp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792133" y="707980"/>
            <a:ext cx="2207536" cy="93455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19707" y="5196148"/>
            <a:ext cx="2207536" cy="934553"/>
          </a:xfrm>
          <a:prstGeom prst="rect">
            <a:avLst/>
          </a:prstGeom>
          <a:noFill/>
          <a:ln w="444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 rot="5400000">
            <a:off x="5671352" y="2952064"/>
            <a:ext cx="1729348" cy="93455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5400000">
            <a:off x="1153673" y="2952064"/>
            <a:ext cx="1729348" cy="934553"/>
          </a:xfrm>
          <a:prstGeom prst="rect">
            <a:avLst/>
          </a:prstGeom>
          <a:noFill/>
          <a:ln w="444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gular Pentagon 13"/>
          <p:cNvSpPr/>
          <p:nvPr/>
        </p:nvSpPr>
        <p:spPr>
          <a:xfrm>
            <a:off x="6068749" y="4491387"/>
            <a:ext cx="506090" cy="468052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gular Pentagon 14"/>
          <p:cNvSpPr/>
          <p:nvPr/>
        </p:nvSpPr>
        <p:spPr>
          <a:xfrm>
            <a:off x="6493579" y="5520415"/>
            <a:ext cx="506090" cy="468052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gular Pentagon 15"/>
          <p:cNvSpPr/>
          <p:nvPr/>
        </p:nvSpPr>
        <p:spPr>
          <a:xfrm>
            <a:off x="5531120" y="5520415"/>
            <a:ext cx="506090" cy="468052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gular Pentagon 16"/>
          <p:cNvSpPr/>
          <p:nvPr/>
        </p:nvSpPr>
        <p:spPr>
          <a:xfrm rot="10800000">
            <a:off x="1571508" y="805525"/>
            <a:ext cx="506090" cy="468052"/>
          </a:xfrm>
          <a:prstGeom prst="pen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gular Pentagon 17"/>
          <p:cNvSpPr/>
          <p:nvPr/>
        </p:nvSpPr>
        <p:spPr>
          <a:xfrm rot="10800000">
            <a:off x="2471241" y="805525"/>
            <a:ext cx="506090" cy="468052"/>
          </a:xfrm>
          <a:prstGeom prst="pen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gular Pentagon 18"/>
          <p:cNvSpPr/>
          <p:nvPr/>
        </p:nvSpPr>
        <p:spPr>
          <a:xfrm rot="10800000">
            <a:off x="1965151" y="1864574"/>
            <a:ext cx="506090" cy="468052"/>
          </a:xfrm>
          <a:prstGeom prst="pen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Hexagon 19"/>
          <p:cNvSpPr/>
          <p:nvPr/>
        </p:nvSpPr>
        <p:spPr>
          <a:xfrm rot="5400000">
            <a:off x="3642950" y="3043846"/>
            <a:ext cx="1253066" cy="78006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6228659" y="4636454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5691031" y="5694397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653490" y="5694397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2631152" y="920876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1731418" y="931195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2125061" y="1990247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 rot="10800000">
            <a:off x="3881400" y="3190739"/>
            <a:ext cx="795867" cy="4571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4507933" y="3430845"/>
            <a:ext cx="165997" cy="488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3879313" y="3430845"/>
            <a:ext cx="176562" cy="15739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 flipV="1">
            <a:off x="3967594" y="1990247"/>
            <a:ext cx="2607245" cy="142473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668082" y="3308017"/>
            <a:ext cx="200159" cy="24565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3710941" y="3292155"/>
            <a:ext cx="200159" cy="24565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Arrow Connector 97"/>
          <p:cNvCxnSpPr>
            <a:endCxn id="61" idx="6"/>
          </p:cNvCxnSpPr>
          <p:nvPr/>
        </p:nvCxnSpPr>
        <p:spPr>
          <a:xfrm flipH="1">
            <a:off x="4868241" y="3414982"/>
            <a:ext cx="1725229" cy="15863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2481228" y="2022307"/>
            <a:ext cx="1500749" cy="10835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2631002" y="2223958"/>
            <a:ext cx="150" cy="106819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553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00389" y="682577"/>
            <a:ext cx="5499280" cy="54735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53069" y="682580"/>
            <a:ext cx="965917" cy="800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Manual Input 5"/>
          <p:cNvSpPr/>
          <p:nvPr/>
        </p:nvSpPr>
        <p:spPr>
          <a:xfrm>
            <a:off x="5151549" y="707980"/>
            <a:ext cx="901519" cy="749300"/>
          </a:xfrm>
          <a:prstGeom prst="flowChartManualInp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519707" y="5356001"/>
            <a:ext cx="965917" cy="8001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lowchart: Manual Input 7"/>
          <p:cNvSpPr/>
          <p:nvPr/>
        </p:nvSpPr>
        <p:spPr>
          <a:xfrm rot="10800000">
            <a:off x="2485624" y="5381401"/>
            <a:ext cx="901519" cy="749300"/>
          </a:xfrm>
          <a:prstGeom prst="flowChartManualInp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792133" y="707980"/>
            <a:ext cx="2207536" cy="93455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19707" y="5196148"/>
            <a:ext cx="2207536" cy="934553"/>
          </a:xfrm>
          <a:prstGeom prst="rect">
            <a:avLst/>
          </a:prstGeom>
          <a:noFill/>
          <a:ln w="444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 rot="5400000">
            <a:off x="5671352" y="2952064"/>
            <a:ext cx="1729348" cy="93455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5400000">
            <a:off x="1153673" y="2952064"/>
            <a:ext cx="1729348" cy="934553"/>
          </a:xfrm>
          <a:prstGeom prst="rect">
            <a:avLst/>
          </a:prstGeom>
          <a:noFill/>
          <a:ln w="444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gular Pentagon 13"/>
          <p:cNvSpPr/>
          <p:nvPr/>
        </p:nvSpPr>
        <p:spPr>
          <a:xfrm>
            <a:off x="6068749" y="4491387"/>
            <a:ext cx="506090" cy="468052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gular Pentagon 14"/>
          <p:cNvSpPr/>
          <p:nvPr/>
        </p:nvSpPr>
        <p:spPr>
          <a:xfrm>
            <a:off x="6493579" y="5520415"/>
            <a:ext cx="506090" cy="468052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gular Pentagon 15"/>
          <p:cNvSpPr/>
          <p:nvPr/>
        </p:nvSpPr>
        <p:spPr>
          <a:xfrm>
            <a:off x="5531120" y="5520415"/>
            <a:ext cx="506090" cy="468052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gular Pentagon 16"/>
          <p:cNvSpPr/>
          <p:nvPr/>
        </p:nvSpPr>
        <p:spPr>
          <a:xfrm rot="10800000">
            <a:off x="1571508" y="805525"/>
            <a:ext cx="506090" cy="468052"/>
          </a:xfrm>
          <a:prstGeom prst="pen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gular Pentagon 17"/>
          <p:cNvSpPr/>
          <p:nvPr/>
        </p:nvSpPr>
        <p:spPr>
          <a:xfrm rot="10800000">
            <a:off x="2471241" y="805525"/>
            <a:ext cx="506090" cy="468052"/>
          </a:xfrm>
          <a:prstGeom prst="pen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gular Pentagon 18"/>
          <p:cNvSpPr/>
          <p:nvPr/>
        </p:nvSpPr>
        <p:spPr>
          <a:xfrm rot="10800000">
            <a:off x="1965151" y="1864574"/>
            <a:ext cx="506090" cy="468052"/>
          </a:xfrm>
          <a:prstGeom prst="pen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Hexagon 19"/>
          <p:cNvSpPr/>
          <p:nvPr/>
        </p:nvSpPr>
        <p:spPr>
          <a:xfrm rot="5400000">
            <a:off x="3642950" y="3043846"/>
            <a:ext cx="1253066" cy="78006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6228659" y="4636454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5691031" y="5694397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653490" y="5694397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2631152" y="920876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1731418" y="931195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2125061" y="1990247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 rot="5400000">
            <a:off x="3881400" y="3190739"/>
            <a:ext cx="795867" cy="4571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4507933" y="3430845"/>
            <a:ext cx="165997" cy="488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3879313" y="3430845"/>
            <a:ext cx="176562" cy="15739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6" idx="3"/>
          </p:cNvCxnSpPr>
          <p:nvPr/>
        </p:nvCxnSpPr>
        <p:spPr>
          <a:xfrm flipH="1">
            <a:off x="4507933" y="1082630"/>
            <a:ext cx="154513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169267" y="3773947"/>
            <a:ext cx="200159" cy="24565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4179253" y="2792804"/>
            <a:ext cx="200159" cy="24565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Down Arrow 95"/>
          <p:cNvSpPr/>
          <p:nvPr/>
        </p:nvSpPr>
        <p:spPr>
          <a:xfrm>
            <a:off x="2605751" y="498096"/>
            <a:ext cx="237067" cy="368956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3812777" y="713226"/>
            <a:ext cx="1065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We stop to raise the arm.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 flipH="1" flipV="1">
            <a:off x="2842466" y="1029228"/>
            <a:ext cx="884777" cy="10320"/>
          </a:xfrm>
          <a:prstGeom prst="straightConnector1">
            <a:avLst/>
          </a:prstGeom>
          <a:ln w="38100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rved Right Arrow 42"/>
          <p:cNvSpPr/>
          <p:nvPr/>
        </p:nvSpPr>
        <p:spPr>
          <a:xfrm>
            <a:off x="2993059" y="946464"/>
            <a:ext cx="359228" cy="690092"/>
          </a:xfrm>
          <a:prstGeom prst="curvedRightArrow">
            <a:avLst/>
          </a:prstGeom>
          <a:solidFill>
            <a:schemeClr val="tx1"/>
          </a:solidFill>
          <a:ln w="38100">
            <a:headEnd type="non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545654" y="1536647"/>
            <a:ext cx="1273628" cy="121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After score we turn to the center goal.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2880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00389" y="682577"/>
            <a:ext cx="5499280" cy="54735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53069" y="682580"/>
            <a:ext cx="965917" cy="800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Manual Input 5"/>
          <p:cNvSpPr/>
          <p:nvPr/>
        </p:nvSpPr>
        <p:spPr>
          <a:xfrm>
            <a:off x="5151549" y="707980"/>
            <a:ext cx="901519" cy="749300"/>
          </a:xfrm>
          <a:prstGeom prst="flowChartManualInp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519707" y="5356001"/>
            <a:ext cx="965917" cy="8001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lowchart: Manual Input 7"/>
          <p:cNvSpPr/>
          <p:nvPr/>
        </p:nvSpPr>
        <p:spPr>
          <a:xfrm rot="10800000">
            <a:off x="2485624" y="5381401"/>
            <a:ext cx="901519" cy="749300"/>
          </a:xfrm>
          <a:prstGeom prst="flowChartManualInp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792133" y="707980"/>
            <a:ext cx="2207536" cy="93455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19707" y="5196148"/>
            <a:ext cx="2207536" cy="934553"/>
          </a:xfrm>
          <a:prstGeom prst="rect">
            <a:avLst/>
          </a:prstGeom>
          <a:noFill/>
          <a:ln w="444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 rot="5400000">
            <a:off x="5671352" y="2952064"/>
            <a:ext cx="1729348" cy="93455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5400000">
            <a:off x="1153673" y="2952064"/>
            <a:ext cx="1729348" cy="934553"/>
          </a:xfrm>
          <a:prstGeom prst="rect">
            <a:avLst/>
          </a:prstGeom>
          <a:noFill/>
          <a:ln w="444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gular Pentagon 13"/>
          <p:cNvSpPr/>
          <p:nvPr/>
        </p:nvSpPr>
        <p:spPr>
          <a:xfrm>
            <a:off x="6068749" y="4491387"/>
            <a:ext cx="506090" cy="468052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gular Pentagon 14"/>
          <p:cNvSpPr/>
          <p:nvPr/>
        </p:nvSpPr>
        <p:spPr>
          <a:xfrm>
            <a:off x="6493579" y="5520415"/>
            <a:ext cx="506090" cy="468052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gular Pentagon 15"/>
          <p:cNvSpPr/>
          <p:nvPr/>
        </p:nvSpPr>
        <p:spPr>
          <a:xfrm>
            <a:off x="5531120" y="5520415"/>
            <a:ext cx="506090" cy="468052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gular Pentagon 16"/>
          <p:cNvSpPr/>
          <p:nvPr/>
        </p:nvSpPr>
        <p:spPr>
          <a:xfrm rot="10800000">
            <a:off x="1571508" y="805525"/>
            <a:ext cx="506090" cy="468052"/>
          </a:xfrm>
          <a:prstGeom prst="pen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gular Pentagon 17"/>
          <p:cNvSpPr/>
          <p:nvPr/>
        </p:nvSpPr>
        <p:spPr>
          <a:xfrm rot="10800000">
            <a:off x="2471241" y="805525"/>
            <a:ext cx="506090" cy="468052"/>
          </a:xfrm>
          <a:prstGeom prst="pen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gular Pentagon 18"/>
          <p:cNvSpPr/>
          <p:nvPr/>
        </p:nvSpPr>
        <p:spPr>
          <a:xfrm rot="10800000">
            <a:off x="1965151" y="1864574"/>
            <a:ext cx="506090" cy="468052"/>
          </a:xfrm>
          <a:prstGeom prst="pen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Hexagon 19"/>
          <p:cNvSpPr/>
          <p:nvPr/>
        </p:nvSpPr>
        <p:spPr>
          <a:xfrm rot="5400000">
            <a:off x="3642950" y="3043846"/>
            <a:ext cx="1253066" cy="78006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6228659" y="4636454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5691031" y="5694397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653490" y="5694397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2631152" y="920876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1731418" y="931195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2125061" y="1990247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 rot="5400000">
            <a:off x="3881400" y="3190739"/>
            <a:ext cx="795867" cy="4571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4507933" y="3430845"/>
            <a:ext cx="165997" cy="488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3879313" y="3430845"/>
            <a:ext cx="176562" cy="15739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169267" y="3773947"/>
            <a:ext cx="200159" cy="24565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4179253" y="2792804"/>
            <a:ext cx="200159" cy="24565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Arrow Connector 91"/>
          <p:cNvCxnSpPr/>
          <p:nvPr/>
        </p:nvCxnSpPr>
        <p:spPr>
          <a:xfrm flipH="1">
            <a:off x="4295885" y="4019602"/>
            <a:ext cx="2197694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961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00389" y="682577"/>
            <a:ext cx="5499280" cy="54735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53069" y="682580"/>
            <a:ext cx="965917" cy="800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Manual Input 5"/>
          <p:cNvSpPr/>
          <p:nvPr/>
        </p:nvSpPr>
        <p:spPr>
          <a:xfrm>
            <a:off x="5151549" y="707980"/>
            <a:ext cx="901519" cy="749300"/>
          </a:xfrm>
          <a:prstGeom prst="flowChartManualInp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519707" y="5356001"/>
            <a:ext cx="965917" cy="8001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lowchart: Manual Input 7"/>
          <p:cNvSpPr/>
          <p:nvPr/>
        </p:nvSpPr>
        <p:spPr>
          <a:xfrm rot="10800000">
            <a:off x="2485624" y="5381401"/>
            <a:ext cx="901519" cy="749300"/>
          </a:xfrm>
          <a:prstGeom prst="flowChartManualInp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792133" y="707980"/>
            <a:ext cx="2207536" cy="93455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19707" y="5196148"/>
            <a:ext cx="2207536" cy="934553"/>
          </a:xfrm>
          <a:prstGeom prst="rect">
            <a:avLst/>
          </a:prstGeom>
          <a:noFill/>
          <a:ln w="444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 rot="5400000">
            <a:off x="5671352" y="2952064"/>
            <a:ext cx="1729348" cy="93455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5400000">
            <a:off x="1153673" y="2952064"/>
            <a:ext cx="1729348" cy="934553"/>
          </a:xfrm>
          <a:prstGeom prst="rect">
            <a:avLst/>
          </a:prstGeom>
          <a:noFill/>
          <a:ln w="444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gular Pentagon 13"/>
          <p:cNvSpPr/>
          <p:nvPr/>
        </p:nvSpPr>
        <p:spPr>
          <a:xfrm>
            <a:off x="6068749" y="4491387"/>
            <a:ext cx="506090" cy="468052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gular Pentagon 14"/>
          <p:cNvSpPr/>
          <p:nvPr/>
        </p:nvSpPr>
        <p:spPr>
          <a:xfrm>
            <a:off x="6493579" y="5520415"/>
            <a:ext cx="506090" cy="468052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gular Pentagon 15"/>
          <p:cNvSpPr/>
          <p:nvPr/>
        </p:nvSpPr>
        <p:spPr>
          <a:xfrm>
            <a:off x="5531120" y="5520415"/>
            <a:ext cx="506090" cy="468052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gular Pentagon 16"/>
          <p:cNvSpPr/>
          <p:nvPr/>
        </p:nvSpPr>
        <p:spPr>
          <a:xfrm rot="10800000">
            <a:off x="1571508" y="805525"/>
            <a:ext cx="506090" cy="468052"/>
          </a:xfrm>
          <a:prstGeom prst="pen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gular Pentagon 17"/>
          <p:cNvSpPr/>
          <p:nvPr/>
        </p:nvSpPr>
        <p:spPr>
          <a:xfrm rot="10800000">
            <a:off x="2471241" y="805525"/>
            <a:ext cx="506090" cy="468052"/>
          </a:xfrm>
          <a:prstGeom prst="pen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gular Pentagon 18"/>
          <p:cNvSpPr/>
          <p:nvPr/>
        </p:nvSpPr>
        <p:spPr>
          <a:xfrm rot="10800000">
            <a:off x="1965151" y="1864574"/>
            <a:ext cx="506090" cy="468052"/>
          </a:xfrm>
          <a:prstGeom prst="pen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Hexagon 19"/>
          <p:cNvSpPr/>
          <p:nvPr/>
        </p:nvSpPr>
        <p:spPr>
          <a:xfrm rot="5400000">
            <a:off x="3642950" y="3043846"/>
            <a:ext cx="1253066" cy="78006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6228659" y="4636454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5691031" y="5694397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653490" y="5694397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2631152" y="920876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1731418" y="931195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2125061" y="1990247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 rot="5400000">
            <a:off x="3881400" y="3190739"/>
            <a:ext cx="795867" cy="4571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4507933" y="3430845"/>
            <a:ext cx="165997" cy="488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3879313" y="3430845"/>
            <a:ext cx="176562" cy="15739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169267" y="3773947"/>
            <a:ext cx="200159" cy="24565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4179253" y="2792804"/>
            <a:ext cx="200159" cy="24565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Arrow Connector 91"/>
          <p:cNvCxnSpPr/>
          <p:nvPr/>
        </p:nvCxnSpPr>
        <p:spPr>
          <a:xfrm flipH="1">
            <a:off x="4778050" y="3695089"/>
            <a:ext cx="1450609" cy="1825323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083162" y="2850617"/>
            <a:ext cx="1178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Robot turns to intercept.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46561" y="4379000"/>
            <a:ext cx="14152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We block the other team from scoring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569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287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51070" y="657180"/>
            <a:ext cx="5499280" cy="54735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53069" y="682580"/>
            <a:ext cx="965917" cy="800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Manual Input 5"/>
          <p:cNvSpPr/>
          <p:nvPr/>
        </p:nvSpPr>
        <p:spPr>
          <a:xfrm>
            <a:off x="5151549" y="707980"/>
            <a:ext cx="901519" cy="749300"/>
          </a:xfrm>
          <a:prstGeom prst="flowChartManualInp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519707" y="5356001"/>
            <a:ext cx="965917" cy="8001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lowchart: Manual Input 7"/>
          <p:cNvSpPr/>
          <p:nvPr/>
        </p:nvSpPr>
        <p:spPr>
          <a:xfrm rot="10800000">
            <a:off x="2485624" y="5381401"/>
            <a:ext cx="901519" cy="749300"/>
          </a:xfrm>
          <a:prstGeom prst="flowChartManualInp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792133" y="707980"/>
            <a:ext cx="2207536" cy="93455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19707" y="5196148"/>
            <a:ext cx="2207536" cy="934553"/>
          </a:xfrm>
          <a:prstGeom prst="rect">
            <a:avLst/>
          </a:prstGeom>
          <a:noFill/>
          <a:ln w="444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 rot="5400000">
            <a:off x="5671352" y="2952064"/>
            <a:ext cx="1729348" cy="93455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5400000">
            <a:off x="1153673" y="2952064"/>
            <a:ext cx="1729348" cy="934553"/>
          </a:xfrm>
          <a:prstGeom prst="rect">
            <a:avLst/>
          </a:prstGeom>
          <a:noFill/>
          <a:ln w="444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gular Pentagon 13"/>
          <p:cNvSpPr/>
          <p:nvPr/>
        </p:nvSpPr>
        <p:spPr>
          <a:xfrm>
            <a:off x="6068749" y="4491387"/>
            <a:ext cx="506090" cy="468052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gular Pentagon 14"/>
          <p:cNvSpPr/>
          <p:nvPr/>
        </p:nvSpPr>
        <p:spPr>
          <a:xfrm>
            <a:off x="6493579" y="5520415"/>
            <a:ext cx="506090" cy="468052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gular Pentagon 15"/>
          <p:cNvSpPr/>
          <p:nvPr/>
        </p:nvSpPr>
        <p:spPr>
          <a:xfrm>
            <a:off x="5531120" y="5520415"/>
            <a:ext cx="506090" cy="468052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gular Pentagon 16"/>
          <p:cNvSpPr/>
          <p:nvPr/>
        </p:nvSpPr>
        <p:spPr>
          <a:xfrm rot="10800000">
            <a:off x="1571508" y="805525"/>
            <a:ext cx="506090" cy="468052"/>
          </a:xfrm>
          <a:prstGeom prst="pen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gular Pentagon 17"/>
          <p:cNvSpPr/>
          <p:nvPr/>
        </p:nvSpPr>
        <p:spPr>
          <a:xfrm rot="10800000">
            <a:off x="2471241" y="805525"/>
            <a:ext cx="506090" cy="468052"/>
          </a:xfrm>
          <a:prstGeom prst="pen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gular Pentagon 18"/>
          <p:cNvSpPr/>
          <p:nvPr/>
        </p:nvSpPr>
        <p:spPr>
          <a:xfrm rot="10800000">
            <a:off x="1965151" y="1864574"/>
            <a:ext cx="506090" cy="468052"/>
          </a:xfrm>
          <a:prstGeom prst="pen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Hexagon 19"/>
          <p:cNvSpPr/>
          <p:nvPr/>
        </p:nvSpPr>
        <p:spPr>
          <a:xfrm>
            <a:off x="3642950" y="3043846"/>
            <a:ext cx="1253066" cy="78006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6228659" y="4636454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5691031" y="5694397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653490" y="5694397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2631152" y="920876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1731418" y="931195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2125061" y="1990247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879253" y="3213180"/>
            <a:ext cx="795867" cy="4571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4656327" y="3318951"/>
            <a:ext cx="200159" cy="24565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3697887" y="3310424"/>
            <a:ext cx="200159" cy="24565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/>
          <p:cNvCxnSpPr>
            <a:stCxn id="27" idx="1"/>
            <a:endCxn id="27" idx="1"/>
          </p:cNvCxnSpPr>
          <p:nvPr/>
        </p:nvCxnSpPr>
        <p:spPr>
          <a:xfrm>
            <a:off x="3879253" y="344178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4269483" y="3043846"/>
            <a:ext cx="0" cy="2559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4274119" y="3567945"/>
            <a:ext cx="0" cy="25596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>
            <a:off x="4030133" y="3171830"/>
            <a:ext cx="2505894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271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00389" y="682577"/>
            <a:ext cx="5499280" cy="54735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53069" y="682580"/>
            <a:ext cx="965917" cy="800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Manual Input 5"/>
          <p:cNvSpPr/>
          <p:nvPr/>
        </p:nvSpPr>
        <p:spPr>
          <a:xfrm>
            <a:off x="5151549" y="707980"/>
            <a:ext cx="901519" cy="749300"/>
          </a:xfrm>
          <a:prstGeom prst="flowChartManualInp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519707" y="5356001"/>
            <a:ext cx="965917" cy="8001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lowchart: Manual Input 7"/>
          <p:cNvSpPr/>
          <p:nvPr/>
        </p:nvSpPr>
        <p:spPr>
          <a:xfrm rot="10800000">
            <a:off x="2485624" y="5381401"/>
            <a:ext cx="901519" cy="749300"/>
          </a:xfrm>
          <a:prstGeom prst="flowChartManualInp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792133" y="707980"/>
            <a:ext cx="2207536" cy="93455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19707" y="5196148"/>
            <a:ext cx="2207536" cy="934553"/>
          </a:xfrm>
          <a:prstGeom prst="rect">
            <a:avLst/>
          </a:prstGeom>
          <a:noFill/>
          <a:ln w="444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 rot="5400000">
            <a:off x="5671352" y="2952064"/>
            <a:ext cx="1729348" cy="93455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5400000">
            <a:off x="1153673" y="2952064"/>
            <a:ext cx="1729348" cy="934553"/>
          </a:xfrm>
          <a:prstGeom prst="rect">
            <a:avLst/>
          </a:prstGeom>
          <a:noFill/>
          <a:ln w="444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gular Pentagon 13"/>
          <p:cNvSpPr/>
          <p:nvPr/>
        </p:nvSpPr>
        <p:spPr>
          <a:xfrm>
            <a:off x="6068749" y="4491387"/>
            <a:ext cx="506090" cy="468052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gular Pentagon 14"/>
          <p:cNvSpPr/>
          <p:nvPr/>
        </p:nvSpPr>
        <p:spPr>
          <a:xfrm>
            <a:off x="6493579" y="5520415"/>
            <a:ext cx="506090" cy="468052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gular Pentagon 15"/>
          <p:cNvSpPr/>
          <p:nvPr/>
        </p:nvSpPr>
        <p:spPr>
          <a:xfrm>
            <a:off x="5531120" y="5520415"/>
            <a:ext cx="506090" cy="468052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gular Pentagon 16"/>
          <p:cNvSpPr/>
          <p:nvPr/>
        </p:nvSpPr>
        <p:spPr>
          <a:xfrm rot="10800000">
            <a:off x="1571508" y="805525"/>
            <a:ext cx="506090" cy="468052"/>
          </a:xfrm>
          <a:prstGeom prst="pen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gular Pentagon 17"/>
          <p:cNvSpPr/>
          <p:nvPr/>
        </p:nvSpPr>
        <p:spPr>
          <a:xfrm rot="10800000">
            <a:off x="2471241" y="805525"/>
            <a:ext cx="506090" cy="468052"/>
          </a:xfrm>
          <a:prstGeom prst="pen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gular Pentagon 18"/>
          <p:cNvSpPr/>
          <p:nvPr/>
        </p:nvSpPr>
        <p:spPr>
          <a:xfrm rot="10800000">
            <a:off x="1965151" y="1864574"/>
            <a:ext cx="506090" cy="468052"/>
          </a:xfrm>
          <a:prstGeom prst="pen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Hexagon 19"/>
          <p:cNvSpPr/>
          <p:nvPr/>
        </p:nvSpPr>
        <p:spPr>
          <a:xfrm rot="5400000">
            <a:off x="3642950" y="3043846"/>
            <a:ext cx="1253066" cy="78006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6228659" y="4636454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5691031" y="5694397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653490" y="5694397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2631152" y="920876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1731418" y="931195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2125061" y="1990247"/>
            <a:ext cx="186267" cy="2167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 rot="5400000">
            <a:off x="3881400" y="3190739"/>
            <a:ext cx="795867" cy="4571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4507933" y="3430845"/>
            <a:ext cx="165997" cy="488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3879313" y="3430845"/>
            <a:ext cx="176562" cy="15739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169267" y="3773947"/>
            <a:ext cx="200159" cy="24565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4179253" y="2792804"/>
            <a:ext cx="200159" cy="24565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" name="Straight Arrow Connector 87"/>
          <p:cNvCxnSpPr/>
          <p:nvPr/>
        </p:nvCxnSpPr>
        <p:spPr>
          <a:xfrm flipH="1">
            <a:off x="4828012" y="3896774"/>
            <a:ext cx="1400647" cy="0"/>
          </a:xfrm>
          <a:prstGeom prst="straightConnector1">
            <a:avLst/>
          </a:prstGeom>
          <a:ln w="25400">
            <a:solidFill>
              <a:srgbClr val="FF05C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 flipH="1" flipV="1">
            <a:off x="4590931" y="3135455"/>
            <a:ext cx="68586" cy="761319"/>
          </a:xfrm>
          <a:prstGeom prst="straightConnector1">
            <a:avLst/>
          </a:prstGeom>
          <a:ln w="25400">
            <a:solidFill>
              <a:srgbClr val="FF05C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603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29</Words>
  <Application>Microsoft Office PowerPoint</Application>
  <PresentationFormat>Widescreen</PresentationFormat>
  <Paragraphs>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452&amp;4322</dc:creator>
  <cp:lastModifiedBy>452&amp;4322</cp:lastModifiedBy>
  <cp:revision>28</cp:revision>
  <dcterms:created xsi:type="dcterms:W3CDTF">2014-09-23T01:34:26Z</dcterms:created>
  <dcterms:modified xsi:type="dcterms:W3CDTF">2015-02-06T04:19:29Z</dcterms:modified>
</cp:coreProperties>
</file>