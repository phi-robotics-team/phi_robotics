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9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57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1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9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8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35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3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9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60578-EA21-4D0C-8E8D-2CF7518B9B11}" type="datetimeFigureOut">
              <a:rPr lang="en-US" smtClean="0"/>
              <a:t>12/4/2014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58C62-A098-4EE9-AC65-A6C958739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10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56" y="27433"/>
            <a:ext cx="10600944" cy="68305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5926584"/>
            <a:ext cx="1727200" cy="647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Drive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981456" y="4368800"/>
            <a:ext cx="0" cy="12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54964" y="4191000"/>
            <a:ext cx="37932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846328" y="4191000"/>
            <a:ext cx="17273" cy="17355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134600" y="5863084"/>
            <a:ext cx="1879600" cy="711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Arm Control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11074400" y="4127500"/>
            <a:ext cx="17273" cy="17355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721600" y="4127500"/>
            <a:ext cx="337007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7855" y="27433"/>
            <a:ext cx="1727200" cy="647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Reverse Conveyor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7854" y="675133"/>
            <a:ext cx="1727200" cy="647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Tilt Bucket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1845054" y="241300"/>
            <a:ext cx="1507746" cy="317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335020" y="241300"/>
            <a:ext cx="17780" cy="4338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827781" y="998983"/>
            <a:ext cx="124561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98680" y="-3175"/>
            <a:ext cx="1727200" cy="647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Ball Dunker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298680" y="675133"/>
            <a:ext cx="1727200" cy="6477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Ball Release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8790934" y="333250"/>
            <a:ext cx="1507746" cy="3174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8790934" y="380875"/>
            <a:ext cx="3810" cy="2636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9053061" y="859283"/>
            <a:ext cx="124561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312400" y="2585342"/>
            <a:ext cx="1879600" cy="711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Conveyor Belt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8356600" y="2931541"/>
            <a:ext cx="1942080" cy="940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6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452&amp;4322</dc:creator>
  <cp:lastModifiedBy>452&amp;4322</cp:lastModifiedBy>
  <cp:revision>2</cp:revision>
  <dcterms:created xsi:type="dcterms:W3CDTF">2014-12-05T04:33:34Z</dcterms:created>
  <dcterms:modified xsi:type="dcterms:W3CDTF">2014-12-05T04:38:17Z</dcterms:modified>
</cp:coreProperties>
</file>