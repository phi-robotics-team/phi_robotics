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1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9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1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8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1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6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5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9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86656-0293-48B0-836D-5EEF0926835A}" type="datetimeFigureOut">
              <a:rPr lang="en-US" smtClean="0"/>
              <a:t>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BE901-287F-4531-868A-B863D8A2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6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691978" y="525872"/>
            <a:ext cx="10816282" cy="5858740"/>
          </a:xfrm>
          <a:custGeom>
            <a:avLst/>
            <a:gdLst>
              <a:gd name="connsiteX0" fmla="*/ 0 w 10816282"/>
              <a:gd name="connsiteY0" fmla="*/ 5682559 h 5858740"/>
              <a:gd name="connsiteX1" fmla="*/ 3484606 w 10816282"/>
              <a:gd name="connsiteY1" fmla="*/ 5245954 h 5858740"/>
              <a:gd name="connsiteX2" fmla="*/ 8559114 w 10816282"/>
              <a:gd name="connsiteY2" fmla="*/ 657478 h 5858740"/>
              <a:gd name="connsiteX3" fmla="*/ 10816282 w 10816282"/>
              <a:gd name="connsiteY3" fmla="*/ 130256 h 585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16282" h="5858740">
                <a:moveTo>
                  <a:pt x="0" y="5682559"/>
                </a:moveTo>
                <a:cubicBezTo>
                  <a:pt x="1029043" y="5883013"/>
                  <a:pt x="2058087" y="6083468"/>
                  <a:pt x="3484606" y="5245954"/>
                </a:cubicBezTo>
                <a:cubicBezTo>
                  <a:pt x="4911125" y="4408440"/>
                  <a:pt x="7337168" y="1510094"/>
                  <a:pt x="8559114" y="657478"/>
                </a:cubicBezTo>
                <a:cubicBezTo>
                  <a:pt x="9781060" y="-195138"/>
                  <a:pt x="10298671" y="-32441"/>
                  <a:pt x="10816282" y="13025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1412" y="5823285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7193" y="667265"/>
            <a:ext cx="90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6842" y="5409560"/>
            <a:ext cx="736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Chassis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>
            <a:off x="1534892" y="5717337"/>
            <a:ext cx="86086" cy="50226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27153" y="5029133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</a:p>
          <a:p>
            <a:r>
              <a:rPr lang="en-US" sz="14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prototypes</a:t>
            </a:r>
            <a:endParaRPr 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>
            <a:stCxn id="17" idx="2"/>
          </p:cNvCxnSpPr>
          <p:nvPr/>
        </p:nvCxnSpPr>
        <p:spPr>
          <a:xfrm>
            <a:off x="2198597" y="5552353"/>
            <a:ext cx="364847" cy="60207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80389" y="4565274"/>
            <a:ext cx="1178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Vinci</a:t>
            </a:r>
          </a:p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Intake system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>
            <a:stCxn id="21" idx="2"/>
          </p:cNvCxnSpPr>
          <p:nvPr/>
        </p:nvCxnSpPr>
        <p:spPr>
          <a:xfrm>
            <a:off x="3469653" y="5088494"/>
            <a:ext cx="339736" cy="7048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8787" y="190211"/>
            <a:ext cx="96853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 intake</a:t>
            </a:r>
          </a:p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</a:t>
            </a:r>
          </a:p>
          <a:p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Chassis</a:t>
            </a:r>
          </a:p>
          <a:p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</a:p>
          <a:p>
            <a:r>
              <a:rPr lang="en-US" sz="14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13184" y="5870799"/>
            <a:ext cx="1259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Two-stage arm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4538646" y="5710370"/>
            <a:ext cx="274538" cy="31431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03465" y="5294281"/>
            <a:ext cx="1392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Three-stage arm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/>
          <p:cNvCxnSpPr>
            <a:stCxn id="32" idx="1"/>
          </p:cNvCxnSpPr>
          <p:nvPr/>
        </p:nvCxnSpPr>
        <p:spPr>
          <a:xfrm flipH="1" flipV="1">
            <a:off x="5170429" y="5311444"/>
            <a:ext cx="633036" cy="13672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22183" y="3357977"/>
            <a:ext cx="1192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drawer</a:t>
            </a:r>
          </a:p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slides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/>
          <p:cNvCxnSpPr>
            <a:stCxn id="36" idx="2"/>
          </p:cNvCxnSpPr>
          <p:nvPr/>
        </p:nvCxnSpPr>
        <p:spPr>
          <a:xfrm>
            <a:off x="4618629" y="3881197"/>
            <a:ext cx="614517" cy="65577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69740" y="4144727"/>
            <a:ext cx="1481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with plastic</a:t>
            </a:r>
          </a:p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 guide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/>
          <p:cNvCxnSpPr>
            <a:stCxn id="39" idx="1"/>
          </p:cNvCxnSpPr>
          <p:nvPr/>
        </p:nvCxnSpPr>
        <p:spPr>
          <a:xfrm flipH="1" flipV="1">
            <a:off x="6346517" y="4313007"/>
            <a:ext cx="623223" cy="9333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34807" y="2218726"/>
            <a:ext cx="1177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 tie ball</a:t>
            </a:r>
          </a:p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ntake system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/>
          <p:cNvCxnSpPr>
            <a:stCxn id="42" idx="2"/>
          </p:cNvCxnSpPr>
          <p:nvPr/>
        </p:nvCxnSpPr>
        <p:spPr>
          <a:xfrm>
            <a:off x="6023655" y="2741946"/>
            <a:ext cx="322862" cy="7421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51236" y="3256783"/>
            <a:ext cx="1481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with plastic</a:t>
            </a:r>
          </a:p>
          <a:p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/>
          <p:cNvCxnSpPr>
            <a:stCxn id="50" idx="1"/>
          </p:cNvCxnSpPr>
          <p:nvPr/>
        </p:nvCxnSpPr>
        <p:spPr>
          <a:xfrm flipH="1" flipV="1">
            <a:off x="7545859" y="3149914"/>
            <a:ext cx="905377" cy="36847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903208" y="1311465"/>
            <a:ext cx="119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linear slides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Arrow Connector 53"/>
          <p:cNvCxnSpPr>
            <a:stCxn id="53" idx="2"/>
          </p:cNvCxnSpPr>
          <p:nvPr/>
        </p:nvCxnSpPr>
        <p:spPr>
          <a:xfrm>
            <a:off x="6499654" y="1834685"/>
            <a:ext cx="881449" cy="6449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99654" y="938642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pulleys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/>
          <p:cNvCxnSpPr>
            <a:stCxn id="58" idx="3"/>
          </p:cNvCxnSpPr>
          <p:nvPr/>
        </p:nvCxnSpPr>
        <p:spPr>
          <a:xfrm>
            <a:off x="7727875" y="1092531"/>
            <a:ext cx="723361" cy="5666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50011" y="1458281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servo 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Arrow Connector 75"/>
          <p:cNvCxnSpPr>
            <a:stCxn id="75" idx="1"/>
          </p:cNvCxnSpPr>
          <p:nvPr/>
        </p:nvCxnSpPr>
        <p:spPr>
          <a:xfrm flipH="1">
            <a:off x="9126789" y="1612170"/>
            <a:ext cx="623222" cy="1439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961243" y="204587"/>
            <a:ext cx="2270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Conveyer belt experiment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Straight Arrow Connector 79"/>
          <p:cNvCxnSpPr>
            <a:stCxn id="79" idx="2"/>
          </p:cNvCxnSpPr>
          <p:nvPr/>
        </p:nvCxnSpPr>
        <p:spPr>
          <a:xfrm>
            <a:off x="9096319" y="512364"/>
            <a:ext cx="30470" cy="524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65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2015-01-27T03:19:13Z</dcterms:created>
  <dcterms:modified xsi:type="dcterms:W3CDTF">2015-01-27T03:39:14Z</dcterms:modified>
</cp:coreProperties>
</file>