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475038" cy="2925763"/>
  <p:notesSz cx="6858000" cy="9144000"/>
  <p:defaultTextStyle>
    <a:defPPr>
      <a:defRPr lang="en-US"/>
    </a:defPPr>
    <a:lvl1pPr marL="0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1pPr>
    <a:lvl2pPr marL="153619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2pPr>
    <a:lvl3pPr marL="307238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3pPr>
    <a:lvl4pPr marL="460858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4pPr>
    <a:lvl5pPr marL="614477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5pPr>
    <a:lvl6pPr marL="768096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6pPr>
    <a:lvl7pPr marL="921715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7pPr>
    <a:lvl8pPr marL="1075334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8pPr>
    <a:lvl9pPr marL="1228954" algn="l" defTabSz="307238" rtl="0" eaLnBrk="1" latinLnBrk="0" hangingPunct="1">
      <a:defRPr sz="6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5050"/>
    <a:srgbClr val="A50021"/>
    <a:srgbClr val="7D2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0" autoAdjust="0"/>
    <p:restoredTop sz="94660"/>
  </p:normalViewPr>
  <p:slideViewPr>
    <p:cSldViewPr snapToGrid="0">
      <p:cViewPr>
        <p:scale>
          <a:sx n="100" d="100"/>
          <a:sy n="100" d="100"/>
        </p:scale>
        <p:origin x="1392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628" y="478823"/>
            <a:ext cx="2953782" cy="1018599"/>
          </a:xfrm>
        </p:spPr>
        <p:txBody>
          <a:bodyPr anchor="b"/>
          <a:lstStyle>
            <a:lvl1pPr algn="ctr">
              <a:defRPr sz="22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380" y="1536703"/>
            <a:ext cx="2606279" cy="706382"/>
          </a:xfrm>
        </p:spPr>
        <p:txBody>
          <a:bodyPr/>
          <a:lstStyle>
            <a:lvl1pPr marL="0" indent="0" algn="ctr">
              <a:buNone/>
              <a:defRPr sz="912"/>
            </a:lvl1pPr>
            <a:lvl2pPr marL="173736" indent="0" algn="ctr">
              <a:buNone/>
              <a:defRPr sz="760"/>
            </a:lvl2pPr>
            <a:lvl3pPr marL="347472" indent="0" algn="ctr">
              <a:buNone/>
              <a:defRPr sz="684"/>
            </a:lvl3pPr>
            <a:lvl4pPr marL="521208" indent="0" algn="ctr">
              <a:buNone/>
              <a:defRPr sz="608"/>
            </a:lvl4pPr>
            <a:lvl5pPr marL="694944" indent="0" algn="ctr">
              <a:buNone/>
              <a:defRPr sz="608"/>
            </a:lvl5pPr>
            <a:lvl6pPr marL="868680" indent="0" algn="ctr">
              <a:buNone/>
              <a:defRPr sz="608"/>
            </a:lvl6pPr>
            <a:lvl7pPr marL="1042416" indent="0" algn="ctr">
              <a:buNone/>
              <a:defRPr sz="608"/>
            </a:lvl7pPr>
            <a:lvl8pPr marL="1216152" indent="0" algn="ctr">
              <a:buNone/>
              <a:defRPr sz="608"/>
            </a:lvl8pPr>
            <a:lvl9pPr marL="1389888" indent="0" algn="ctr">
              <a:buNone/>
              <a:defRPr sz="6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6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099" y="729410"/>
            <a:ext cx="2997220" cy="1217036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099" y="1957960"/>
            <a:ext cx="2997220" cy="640010"/>
          </a:xfrm>
        </p:spPr>
        <p:txBody>
          <a:bodyPr/>
          <a:lstStyle>
            <a:lvl1pPr marL="0" indent="0">
              <a:buNone/>
              <a:defRPr sz="912">
                <a:solidFill>
                  <a:schemeClr val="tx1"/>
                </a:solidFill>
              </a:defRPr>
            </a:lvl1pPr>
            <a:lvl2pPr marL="173736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47472" indent="0">
              <a:buNone/>
              <a:defRPr sz="684">
                <a:solidFill>
                  <a:schemeClr val="tx1">
                    <a:tint val="75000"/>
                  </a:schemeClr>
                </a:solidFill>
              </a:defRPr>
            </a:lvl3pPr>
            <a:lvl4pPr marL="521208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4pPr>
            <a:lvl5pPr marL="694944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5pPr>
            <a:lvl6pPr marL="868680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6pPr>
            <a:lvl7pPr marL="1042416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7pPr>
            <a:lvl8pPr marL="1216152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8pPr>
            <a:lvl9pPr marL="1389888" indent="0">
              <a:buNone/>
              <a:defRPr sz="6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8909" y="778849"/>
            <a:ext cx="1476891" cy="1856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59238" y="778849"/>
            <a:ext cx="1476891" cy="1856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49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55771"/>
            <a:ext cx="2997220" cy="5655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362" y="717218"/>
            <a:ext cx="1470104" cy="351498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36" indent="0">
              <a:buNone/>
              <a:defRPr sz="760" b="1"/>
            </a:lvl2pPr>
            <a:lvl3pPr marL="347472" indent="0">
              <a:buNone/>
              <a:defRPr sz="684" b="1"/>
            </a:lvl3pPr>
            <a:lvl4pPr marL="521208" indent="0">
              <a:buNone/>
              <a:defRPr sz="608" b="1"/>
            </a:lvl4pPr>
            <a:lvl5pPr marL="694944" indent="0">
              <a:buNone/>
              <a:defRPr sz="608" b="1"/>
            </a:lvl5pPr>
            <a:lvl6pPr marL="868680" indent="0">
              <a:buNone/>
              <a:defRPr sz="608" b="1"/>
            </a:lvl6pPr>
            <a:lvl7pPr marL="1042416" indent="0">
              <a:buNone/>
              <a:defRPr sz="608" b="1"/>
            </a:lvl7pPr>
            <a:lvl8pPr marL="1216152" indent="0">
              <a:buNone/>
              <a:defRPr sz="608" b="1"/>
            </a:lvl8pPr>
            <a:lvl9pPr marL="1389888" indent="0">
              <a:buNone/>
              <a:defRPr sz="6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362" y="1068716"/>
            <a:ext cx="1470104" cy="157192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59238" y="717218"/>
            <a:ext cx="1477344" cy="351498"/>
          </a:xfrm>
        </p:spPr>
        <p:txBody>
          <a:bodyPr anchor="b"/>
          <a:lstStyle>
            <a:lvl1pPr marL="0" indent="0">
              <a:buNone/>
              <a:defRPr sz="912" b="1"/>
            </a:lvl1pPr>
            <a:lvl2pPr marL="173736" indent="0">
              <a:buNone/>
              <a:defRPr sz="760" b="1"/>
            </a:lvl2pPr>
            <a:lvl3pPr marL="347472" indent="0">
              <a:buNone/>
              <a:defRPr sz="684" b="1"/>
            </a:lvl3pPr>
            <a:lvl4pPr marL="521208" indent="0">
              <a:buNone/>
              <a:defRPr sz="608" b="1"/>
            </a:lvl4pPr>
            <a:lvl5pPr marL="694944" indent="0">
              <a:buNone/>
              <a:defRPr sz="608" b="1"/>
            </a:lvl5pPr>
            <a:lvl6pPr marL="868680" indent="0">
              <a:buNone/>
              <a:defRPr sz="608" b="1"/>
            </a:lvl6pPr>
            <a:lvl7pPr marL="1042416" indent="0">
              <a:buNone/>
              <a:defRPr sz="608" b="1"/>
            </a:lvl7pPr>
            <a:lvl8pPr marL="1216152" indent="0">
              <a:buNone/>
              <a:defRPr sz="608" b="1"/>
            </a:lvl8pPr>
            <a:lvl9pPr marL="1389888" indent="0">
              <a:buNone/>
              <a:defRPr sz="6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59238" y="1068716"/>
            <a:ext cx="1477344" cy="157192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2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6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95051"/>
            <a:ext cx="1120790" cy="682678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7344" y="421256"/>
            <a:ext cx="1759238" cy="2079188"/>
          </a:xfrm>
        </p:spPr>
        <p:txBody>
          <a:bodyPr/>
          <a:lstStyle>
            <a:lvl1pPr>
              <a:defRPr sz="1216"/>
            </a:lvl1pPr>
            <a:lvl2pPr>
              <a:defRPr sz="1064"/>
            </a:lvl2pPr>
            <a:lvl3pPr>
              <a:defRPr sz="912"/>
            </a:lvl3pPr>
            <a:lvl4pPr>
              <a:defRPr sz="760"/>
            </a:lvl4pPr>
            <a:lvl5pPr>
              <a:defRPr sz="76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62" y="877729"/>
            <a:ext cx="1120790" cy="1626101"/>
          </a:xfrm>
        </p:spPr>
        <p:txBody>
          <a:bodyPr/>
          <a:lstStyle>
            <a:lvl1pPr marL="0" indent="0">
              <a:buNone/>
              <a:defRPr sz="608"/>
            </a:lvl1pPr>
            <a:lvl2pPr marL="173736" indent="0">
              <a:buNone/>
              <a:defRPr sz="532"/>
            </a:lvl2pPr>
            <a:lvl3pPr marL="347472" indent="0">
              <a:buNone/>
              <a:defRPr sz="456"/>
            </a:lvl3pPr>
            <a:lvl4pPr marL="521208" indent="0">
              <a:buNone/>
              <a:defRPr sz="380"/>
            </a:lvl4pPr>
            <a:lvl5pPr marL="694944" indent="0">
              <a:buNone/>
              <a:defRPr sz="380"/>
            </a:lvl5pPr>
            <a:lvl6pPr marL="868680" indent="0">
              <a:buNone/>
              <a:defRPr sz="380"/>
            </a:lvl6pPr>
            <a:lvl7pPr marL="1042416" indent="0">
              <a:buNone/>
              <a:defRPr sz="380"/>
            </a:lvl7pPr>
            <a:lvl8pPr marL="1216152" indent="0">
              <a:buNone/>
              <a:defRPr sz="380"/>
            </a:lvl8pPr>
            <a:lvl9pPr marL="1389888" indent="0">
              <a:buNone/>
              <a:defRPr sz="3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3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362" y="195051"/>
            <a:ext cx="1120790" cy="682678"/>
          </a:xfrm>
        </p:spPr>
        <p:txBody>
          <a:bodyPr anchor="b"/>
          <a:lstStyle>
            <a:lvl1pPr>
              <a:defRPr sz="12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77344" y="421256"/>
            <a:ext cx="1759238" cy="2079188"/>
          </a:xfrm>
        </p:spPr>
        <p:txBody>
          <a:bodyPr anchor="t"/>
          <a:lstStyle>
            <a:lvl1pPr marL="0" indent="0">
              <a:buNone/>
              <a:defRPr sz="1216"/>
            </a:lvl1pPr>
            <a:lvl2pPr marL="173736" indent="0">
              <a:buNone/>
              <a:defRPr sz="1064"/>
            </a:lvl2pPr>
            <a:lvl3pPr marL="347472" indent="0">
              <a:buNone/>
              <a:defRPr sz="912"/>
            </a:lvl3pPr>
            <a:lvl4pPr marL="521208" indent="0">
              <a:buNone/>
              <a:defRPr sz="760"/>
            </a:lvl4pPr>
            <a:lvl5pPr marL="694944" indent="0">
              <a:buNone/>
              <a:defRPr sz="760"/>
            </a:lvl5pPr>
            <a:lvl6pPr marL="868680" indent="0">
              <a:buNone/>
              <a:defRPr sz="760"/>
            </a:lvl6pPr>
            <a:lvl7pPr marL="1042416" indent="0">
              <a:buNone/>
              <a:defRPr sz="760"/>
            </a:lvl7pPr>
            <a:lvl8pPr marL="1216152" indent="0">
              <a:buNone/>
              <a:defRPr sz="760"/>
            </a:lvl8pPr>
            <a:lvl9pPr marL="1389888" indent="0">
              <a:buNone/>
              <a:defRPr sz="76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362" y="877729"/>
            <a:ext cx="1120790" cy="1626101"/>
          </a:xfrm>
        </p:spPr>
        <p:txBody>
          <a:bodyPr/>
          <a:lstStyle>
            <a:lvl1pPr marL="0" indent="0">
              <a:buNone/>
              <a:defRPr sz="608"/>
            </a:lvl1pPr>
            <a:lvl2pPr marL="173736" indent="0">
              <a:buNone/>
              <a:defRPr sz="532"/>
            </a:lvl2pPr>
            <a:lvl3pPr marL="347472" indent="0">
              <a:buNone/>
              <a:defRPr sz="456"/>
            </a:lvl3pPr>
            <a:lvl4pPr marL="521208" indent="0">
              <a:buNone/>
              <a:defRPr sz="380"/>
            </a:lvl4pPr>
            <a:lvl5pPr marL="694944" indent="0">
              <a:buNone/>
              <a:defRPr sz="380"/>
            </a:lvl5pPr>
            <a:lvl6pPr marL="868680" indent="0">
              <a:buNone/>
              <a:defRPr sz="380"/>
            </a:lvl6pPr>
            <a:lvl7pPr marL="1042416" indent="0">
              <a:buNone/>
              <a:defRPr sz="380"/>
            </a:lvl7pPr>
            <a:lvl8pPr marL="1216152" indent="0">
              <a:buNone/>
              <a:defRPr sz="380"/>
            </a:lvl8pPr>
            <a:lvl9pPr marL="1389888" indent="0">
              <a:buNone/>
              <a:defRPr sz="3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4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2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86824" y="155770"/>
            <a:ext cx="749305" cy="247944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8909" y="155770"/>
            <a:ext cx="2204477" cy="247944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1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909" y="155771"/>
            <a:ext cx="299722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909" y="778849"/>
            <a:ext cx="299722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8909" y="2711749"/>
            <a:ext cx="78188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427AD-F351-4198-9747-89FE85754DF7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1107" y="2711749"/>
            <a:ext cx="117282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54245" y="2711749"/>
            <a:ext cx="781884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119D4-B7A8-4B48-8880-9D99F723E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5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7472" rtl="0" eaLnBrk="1" latinLnBrk="0" hangingPunct="1">
        <a:lnSpc>
          <a:spcPct val="90000"/>
        </a:lnSpc>
        <a:spcBef>
          <a:spcPct val="0"/>
        </a:spcBef>
        <a:buNone/>
        <a:defRPr sz="16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868" indent="-86868" algn="l" defTabSz="347472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60604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912" kern="1200">
          <a:solidFill>
            <a:schemeClr val="tx1"/>
          </a:solidFill>
          <a:latin typeface="+mn-lt"/>
          <a:ea typeface="+mn-ea"/>
          <a:cs typeface="+mn-cs"/>
        </a:defRPr>
      </a:lvl2pPr>
      <a:lvl3pPr marL="434340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608076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781812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955548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129284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476756" indent="-86868" algn="l" defTabSz="347472" rtl="0" eaLnBrk="1" latinLnBrk="0" hangingPunct="1">
        <a:lnSpc>
          <a:spcPct val="90000"/>
        </a:lnSpc>
        <a:spcBef>
          <a:spcPts val="190"/>
        </a:spcBef>
        <a:buFont typeface="Arial" panose="020B0604020202020204" pitchFamily="34" charset="0"/>
        <a:buChar char="•"/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2pPr>
      <a:lvl3pPr marL="347472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3pPr>
      <a:lvl4pPr marL="521208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4pPr>
      <a:lvl5pPr marL="694944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5pPr>
      <a:lvl6pPr marL="868680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6pPr>
      <a:lvl7pPr marL="1042416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8pPr>
      <a:lvl9pPr marL="1389888" algn="l" defTabSz="347472" rtl="0" eaLnBrk="1" latinLnBrk="0" hangingPunct="1">
        <a:defRPr sz="6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535"/>
            <a:ext cx="3475038" cy="23166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75038" cy="292576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" t="19896" r="4927" b="9661"/>
          <a:stretch/>
        </p:blipFill>
        <p:spPr>
          <a:xfrm>
            <a:off x="2105637" y="106964"/>
            <a:ext cx="1189797" cy="14502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9" r="12499" b="9980"/>
          <a:stretch/>
        </p:blipFill>
        <p:spPr>
          <a:xfrm>
            <a:off x="176464" y="468763"/>
            <a:ext cx="804180" cy="11660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/>
          <p:cNvSpPr txBox="1"/>
          <p:nvPr/>
        </p:nvSpPr>
        <p:spPr>
          <a:xfrm>
            <a:off x="0" y="-30013"/>
            <a:ext cx="112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8000" endPos="35500" dir="5400000" sy="-90000" algn="bl" rotWithShape="0"/>
                </a:effectLst>
              </a:rPr>
              <a:t>PHI Omega</a:t>
            </a:r>
          </a:p>
          <a:p>
            <a:pPr algn="ctr"/>
            <a:r>
              <a:rPr lang="en-US" sz="1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8000" endPos="35500" dir="5400000" sy="-90000" algn="bl" rotWithShape="0"/>
                </a:effectLst>
              </a:rPr>
              <a:t>4322</a:t>
            </a:r>
            <a:endParaRPr lang="en-US" sz="1600" dirty="0" smtClean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68000" endPos="35500" dir="5400000" sy="-90000" algn="bl" rotWithShape="0"/>
              </a:effectLst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6" t="5644" r="3168"/>
          <a:stretch/>
        </p:blipFill>
        <p:spPr>
          <a:xfrm>
            <a:off x="-121536" y="1236131"/>
            <a:ext cx="2700536" cy="17435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" name="TextBox 24"/>
          <p:cNvSpPr txBox="1"/>
          <p:nvPr/>
        </p:nvSpPr>
        <p:spPr>
          <a:xfrm>
            <a:off x="995779" y="336450"/>
            <a:ext cx="1094723" cy="831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smtClean="0">
                <a:solidFill>
                  <a:schemeClr val="accent1">
                    <a:lumMod val="75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Khan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-Suspension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-Conveyer Belt</a:t>
            </a:r>
          </a:p>
          <a:p>
            <a:pPr algn="ctr"/>
            <a:r>
              <a:rPr lang="en-US" sz="1000" b="1" dirty="0" smtClean="0">
                <a:solidFill>
                  <a:srgbClr val="A50021"/>
                </a:solidFill>
                <a:effectLst>
                  <a:reflection blurRad="6350" stA="60000" endA="900" endPos="58000" dir="5400000" sy="-100000" algn="bl" rotWithShape="0"/>
                </a:effectLst>
              </a:rPr>
              <a:t>-Stick Shaping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184719" y="1664214"/>
            <a:ext cx="13459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rPr>
              <a:t>Colossians 3:17</a:t>
            </a:r>
          </a:p>
          <a:p>
            <a:pPr algn="ctr"/>
            <a:r>
              <a:rPr lang="en-US" sz="900" dirty="0" smtClean="0">
                <a:solidFill>
                  <a:schemeClr val="accent1">
                    <a:lumMod val="75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And whatever you do, whether in word or deed, do it all in the name of the Lord Jesus, giving thanks to God the Father through Him.</a:t>
            </a:r>
            <a:endParaRPr lang="en-US" sz="900" dirty="0">
              <a:solidFill>
                <a:schemeClr val="accent1">
                  <a:lumMod val="75000"/>
                </a:schemeClr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163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45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452&amp;4322</dc:creator>
  <cp:lastModifiedBy>452&amp;4322</cp:lastModifiedBy>
  <cp:revision>11</cp:revision>
  <dcterms:created xsi:type="dcterms:W3CDTF">2015-03-03T02:26:40Z</dcterms:created>
  <dcterms:modified xsi:type="dcterms:W3CDTF">2015-03-03T03:52:59Z</dcterms:modified>
</cp:coreProperties>
</file>