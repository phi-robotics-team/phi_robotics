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6858000" cy="9144000" type="letter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26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C6BCE-56B6-42AA-9D65-B118D2415433}" type="datetimeFigureOut">
              <a:rPr lang="en-US" smtClean="0"/>
              <a:t>2/13/2015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E121A-CA5E-49FD-93B6-7D7CDF22F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C6BCE-56B6-42AA-9D65-B118D2415433}" type="datetimeFigureOut">
              <a:rPr lang="en-US" smtClean="0"/>
              <a:t>2/13/2015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E121A-CA5E-49FD-93B6-7D7CDF22F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967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C6BCE-56B6-42AA-9D65-B118D2415433}" type="datetimeFigureOut">
              <a:rPr lang="en-US" smtClean="0"/>
              <a:t>2/13/2015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E121A-CA5E-49FD-93B6-7D7CDF22F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015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C6BCE-56B6-42AA-9D65-B118D2415433}" type="datetimeFigureOut">
              <a:rPr lang="en-US" smtClean="0"/>
              <a:t>2/13/2015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E121A-CA5E-49FD-93B6-7D7CDF22F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992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C6BCE-56B6-42AA-9D65-B118D2415433}" type="datetimeFigureOut">
              <a:rPr lang="en-US" smtClean="0"/>
              <a:t>2/13/2015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E121A-CA5E-49FD-93B6-7D7CDF22F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735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C6BCE-56B6-42AA-9D65-B118D2415433}" type="datetimeFigureOut">
              <a:rPr lang="en-US" smtClean="0"/>
              <a:t>2/13/2015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E121A-CA5E-49FD-93B6-7D7CDF22F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087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C6BCE-56B6-42AA-9D65-B118D2415433}" type="datetimeFigureOut">
              <a:rPr lang="en-US" smtClean="0"/>
              <a:t>2/13/2015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E121A-CA5E-49FD-93B6-7D7CDF22F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329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C6BCE-56B6-42AA-9D65-B118D2415433}" type="datetimeFigureOut">
              <a:rPr lang="en-US" smtClean="0"/>
              <a:t>2/13/2015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E121A-CA5E-49FD-93B6-7D7CDF22F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048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C6BCE-56B6-42AA-9D65-B118D2415433}" type="datetimeFigureOut">
              <a:rPr lang="en-US" smtClean="0"/>
              <a:t>2/13/2015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E121A-CA5E-49FD-93B6-7D7CDF22F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311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C6BCE-56B6-42AA-9D65-B118D2415433}" type="datetimeFigureOut">
              <a:rPr lang="en-US" smtClean="0"/>
              <a:t>2/13/2015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E121A-CA5E-49FD-93B6-7D7CDF22F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597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C6BCE-56B6-42AA-9D65-B118D2415433}" type="datetimeFigureOut">
              <a:rPr lang="en-US" smtClean="0"/>
              <a:t>2/13/2015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E121A-CA5E-49FD-93B6-7D7CDF22F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812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C6BCE-56B6-42AA-9D65-B118D2415433}" type="datetimeFigureOut">
              <a:rPr lang="en-US" smtClean="0"/>
              <a:t>2/13/2015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4E121A-CA5E-49FD-93B6-7D7CDF22F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63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uble Wave 7"/>
          <p:cNvSpPr/>
          <p:nvPr/>
        </p:nvSpPr>
        <p:spPr>
          <a:xfrm rot="5400000">
            <a:off x="54496" y="2121371"/>
            <a:ext cx="7151915" cy="3627634"/>
          </a:xfrm>
          <a:prstGeom prst="double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65" y="708812"/>
            <a:ext cx="1562318" cy="169568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05138" y="1371989"/>
            <a:ext cx="1850635" cy="36933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Chassis prototype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7187" y="7923191"/>
            <a:ext cx="5606535" cy="83099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September-November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26042" y="2759833"/>
            <a:ext cx="1819729" cy="36933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Early prototyping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36" t="13722" r="16218" b="22995"/>
          <a:stretch/>
        </p:blipFill>
        <p:spPr>
          <a:xfrm>
            <a:off x="4694686" y="1679960"/>
            <a:ext cx="1360714" cy="252907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655916" y="4454460"/>
            <a:ext cx="1559979" cy="36933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Two-stage arm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19" r="19744"/>
          <a:stretch/>
        </p:blipFill>
        <p:spPr>
          <a:xfrm>
            <a:off x="740035" y="3635415"/>
            <a:ext cx="1534886" cy="200742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755239" y="5999130"/>
            <a:ext cx="1460656" cy="36933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Drawer slides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9844" y="5047977"/>
            <a:ext cx="1277796" cy="227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304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uble Wave 5"/>
          <p:cNvSpPr/>
          <p:nvPr/>
        </p:nvSpPr>
        <p:spPr>
          <a:xfrm rot="5400000">
            <a:off x="54496" y="2121371"/>
            <a:ext cx="7151915" cy="3627634"/>
          </a:xfrm>
          <a:prstGeom prst="double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42173" y="7907850"/>
            <a:ext cx="4886787" cy="83099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November-January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96166" y="1332153"/>
            <a:ext cx="2178802" cy="36933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 door with guide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77680" y="2859473"/>
            <a:ext cx="1415772" cy="36933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Zip tie intake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95554" y="4456506"/>
            <a:ext cx="2069797" cy="36933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Upgraded back door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91119" y="5983826"/>
            <a:ext cx="1678665" cy="36933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Upgraded slides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5" t="4719" r="53981" b="31170"/>
          <a:stretch/>
        </p:blipFill>
        <p:spPr>
          <a:xfrm>
            <a:off x="455920" y="504799"/>
            <a:ext cx="1721221" cy="210946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8" t="14911" r="36873" b="3306"/>
          <a:stretch/>
        </p:blipFill>
        <p:spPr>
          <a:xfrm>
            <a:off x="4495801" y="1744198"/>
            <a:ext cx="2134994" cy="239378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9" t="11747" r="59683" b="41904"/>
          <a:stretch/>
        </p:blipFill>
        <p:spPr>
          <a:xfrm>
            <a:off x="251536" y="3490994"/>
            <a:ext cx="2008872" cy="230035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11" r="48825" b="28003"/>
          <a:stretch/>
        </p:blipFill>
        <p:spPr>
          <a:xfrm>
            <a:off x="4966943" y="4715468"/>
            <a:ext cx="1327877" cy="290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819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uble Wave 3"/>
          <p:cNvSpPr/>
          <p:nvPr/>
        </p:nvSpPr>
        <p:spPr>
          <a:xfrm rot="5400000">
            <a:off x="54496" y="2121371"/>
            <a:ext cx="7151915" cy="3627634"/>
          </a:xfrm>
          <a:prstGeom prst="double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223568" y="8047400"/>
            <a:ext cx="4523995" cy="83099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January-February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23178" y="1726481"/>
            <a:ext cx="1524776" cy="36933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Added pulleys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10970" y="3486242"/>
            <a:ext cx="1838965" cy="36933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Front bucket door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2414" y="5302439"/>
            <a:ext cx="1486304" cy="36933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Conveyer belt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70" t="7517" r="24150" b="4916"/>
          <a:stretch/>
        </p:blipFill>
        <p:spPr>
          <a:xfrm rot="5400000">
            <a:off x="241007" y="4747982"/>
            <a:ext cx="2117584" cy="195945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95" t="36443" r="18667" b="37995"/>
          <a:stretch/>
        </p:blipFill>
        <p:spPr>
          <a:xfrm rot="16200000">
            <a:off x="-672775" y="1764256"/>
            <a:ext cx="4374855" cy="134982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38" r="38981" b="63173"/>
          <a:stretch/>
        </p:blipFill>
        <p:spPr>
          <a:xfrm>
            <a:off x="4785989" y="2802444"/>
            <a:ext cx="1923148" cy="173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273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</TotalTime>
  <Words>30</Words>
  <Application>Microsoft Office PowerPoint</Application>
  <PresentationFormat>Letter Paper (8.5x11 in)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16</cp:revision>
  <dcterms:created xsi:type="dcterms:W3CDTF">2015-02-10T03:44:57Z</dcterms:created>
  <dcterms:modified xsi:type="dcterms:W3CDTF">2015-02-13T19:53:03Z</dcterms:modified>
</cp:coreProperties>
</file>